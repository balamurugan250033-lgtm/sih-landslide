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12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AI-Powered Landslide Early Warning System for NER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AI-Powered Landslide Early Warning System for NER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Theme- Disaster Management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Team ID- To be added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Team Name- RIT Chennai</a:t>
            </a:r>
            <a:endParaRPr lang="en-IN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40080" y="896112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374151"/>
                </a:solidFill>
              </a:rPr>
              <a:t>Citizen and Admin web portals | FastAPI backend | AI risk scoring | Offline-ready mobile 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AI-Powered Landslide Early Warning System for NER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 flipV="1">
            <a:off x="4648200" y="6721478"/>
            <a:ext cx="3204000" cy="136522"/>
          </a:xfrm>
        </p:spPr>
        <p:txBody>
          <a:bodyPr/>
          <a:lstStyle/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147120"/>
            <a:ext cx="1550000" cy="60000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RIT Chennai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-72480"/>
            <a:ext cx="2249850" cy="106233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5D119B3-B72B-707C-2F9D-445BADB350F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036"/>
          <a:stretch>
            <a:fillRect/>
          </a:stretch>
        </p:blipFill>
        <p:spPr>
          <a:xfrm>
            <a:off x="324624" y="1063837"/>
            <a:ext cx="6462256" cy="518082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988153E-41CA-B818-3465-9CC7B283BEA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937" t="15822" r="13377" b="7657"/>
          <a:stretch>
            <a:fillRect/>
          </a:stretch>
        </p:blipFill>
        <p:spPr>
          <a:xfrm>
            <a:off x="6786879" y="1025983"/>
            <a:ext cx="5405119" cy="525652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640080" y="896112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374151"/>
                </a:solidFill>
              </a:rPr>
              <a:t>End-to-end workflow: observe hazards, score risk, issue alerts, and support evacuation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RIT Chennai | Updated 03 Sep 2026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50000" y="330000"/>
            <a:ext cx="1550000" cy="60000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RIT Chennai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9801" name="Flow Cha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29280" y="503238"/>
            <a:ext cx="8862080" cy="5013652"/>
          </a:xfrm>
          <a:prstGeom prst="rect">
            <a:avLst/>
          </a:prstGeom>
        </p:spPr>
      </p:pic>
      <p:pic>
        <p:nvPicPr>
          <p:cNvPr id="9802" name="Tech Row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0936" y="1614700"/>
            <a:ext cx="10178000" cy="1104762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640080" y="896112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374151"/>
                </a:solidFill>
              </a:rPr>
              <a:t>Live region monitoring, earthquake-style vibration status, emergency contacts, and role-based Admin controls.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RIT Chennai | Updated 03 Sep 2026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50000" y="330000"/>
            <a:ext cx="1550000" cy="60000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RIT Chennai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9803" name="Body Conten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5060" y="1300000"/>
            <a:ext cx="6941880" cy="4950000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640080" y="896112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374151"/>
                </a:solidFill>
              </a:rPr>
              <a:t>Uses existing observations, XGBoost risk inference, SQLite persistence, IndexedDB cache, and offline queue sync.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RIT Chennai | Updated 03 Sep 2026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50000" y="330000"/>
            <a:ext cx="1550000" cy="60000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RIT Chennai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9804" name="Body Conten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9050" y="1200000"/>
            <a:ext cx="6813900" cy="5154762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640080" y="896112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374151"/>
                </a:solidFill>
              </a:rPr>
              <a:t>Faster warnings for communities, clearer decisions for authorities, and actionable safety information for citizens.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RIT Chennai | Updated 03 Sep 2026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50000" y="330000"/>
            <a:ext cx="1550000" cy="60000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RIT Chennai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9805" name="Body Conten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3000" y="1200000"/>
            <a:ext cx="8646000" cy="5154762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640080" y="896112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374151"/>
                </a:solidFill>
              </a:rPr>
              <a:t>Validated through backend, frontend, offline queue, notification, ingestion, and decision workflow tests.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7532</TotalTime>
  <Words>244</Words>
  <Application>Microsoft Office PowerPoint</Application>
  <PresentationFormat>Widescreen</PresentationFormat>
  <Paragraphs>47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 AI-Powered Landslide Early Warning System for NER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Balamurugan V</cp:lastModifiedBy>
  <cp:revision>149</cp:revision>
  <dcterms:created xsi:type="dcterms:W3CDTF">2013-12-12T18:46:50Z</dcterms:created>
  <dcterms:modified xsi:type="dcterms:W3CDTF">2026-09-02T17:18:01Z</dcterms:modified>
  <cp:category/>
</cp:coreProperties>
</file>